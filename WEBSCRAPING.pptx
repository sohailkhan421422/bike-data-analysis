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78" r:id="rId3"/>
    <p:sldId id="290" r:id="rId4"/>
    <p:sldId id="291" r:id="rId5"/>
    <p:sldId id="292" r:id="rId6"/>
    <p:sldId id="293" r:id="rId7"/>
    <p:sldId id="294" r:id="rId8"/>
    <p:sldId id="260" r:id="rId9"/>
    <p:sldId id="259" r:id="rId10"/>
    <p:sldId id="295" r:id="rId11"/>
    <p:sldId id="263" r:id="rId12"/>
    <p:sldId id="261" r:id="rId13"/>
    <p:sldId id="269" r:id="rId14"/>
    <p:sldId id="270" r:id="rId15"/>
    <p:sldId id="272" r:id="rId16"/>
    <p:sldId id="289" r:id="rId17"/>
    <p:sldId id="274" r:id="rId18"/>
    <p:sldId id="285" r:id="rId19"/>
    <p:sldId id="275" r:id="rId20"/>
    <p:sldId id="287" r:id="rId21"/>
    <p:sldId id="288" r:id="rId22"/>
    <p:sldId id="286" r:id="rId23"/>
    <p:sldId id="281" r:id="rId24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632B75-191B-4451-A225-A9A3445FEB7B}" v="136" dt="2026-03-18T09:13:38.8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81" autoAdjust="0"/>
    <p:restoredTop sz="95033" autoAdjust="0"/>
  </p:normalViewPr>
  <p:slideViewPr>
    <p:cSldViewPr showGuides="1">
      <p:cViewPr varScale="1">
        <p:scale>
          <a:sx n="109" d="100"/>
          <a:sy n="109" d="100"/>
        </p:scale>
        <p:origin x="912" y="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UJITHA VAKA" userId="09c1d3d240ebeabb" providerId="LiveId" clId="{502A0733-CEC0-4F8E-918B-72D864C5DF6A}"/>
    <pc:docChg chg="undo custSel addSld delSld modSld sldOrd">
      <pc:chgData name="PUJITHA VAKA" userId="09c1d3d240ebeabb" providerId="LiveId" clId="{502A0733-CEC0-4F8E-918B-72D864C5DF6A}" dt="2026-03-18T09:15:13.458" v="1138" actId="1035"/>
      <pc:docMkLst>
        <pc:docMk/>
      </pc:docMkLst>
      <pc:sldChg chg="addSp delSp modSp mod">
        <pc:chgData name="PUJITHA VAKA" userId="09c1d3d240ebeabb" providerId="LiveId" clId="{502A0733-CEC0-4F8E-918B-72D864C5DF6A}" dt="2026-03-10T18:18:16.148" v="702" actId="122"/>
        <pc:sldMkLst>
          <pc:docMk/>
          <pc:sldMk cId="0" sldId="256"/>
        </pc:sldMkLst>
        <pc:spChg chg="mod">
          <ac:chgData name="PUJITHA VAKA" userId="09c1d3d240ebeabb" providerId="LiveId" clId="{502A0733-CEC0-4F8E-918B-72D864C5DF6A}" dt="2026-03-10T18:17:19.603" v="657" actId="1076"/>
          <ac:spMkLst>
            <pc:docMk/>
            <pc:sldMk cId="0" sldId="256"/>
            <ac:spMk id="3" creationId="{00000000-0000-0000-0000-000000000000}"/>
          </ac:spMkLst>
        </pc:spChg>
        <pc:spChg chg="add mod">
          <ac:chgData name="PUJITHA VAKA" userId="09c1d3d240ebeabb" providerId="LiveId" clId="{502A0733-CEC0-4F8E-918B-72D864C5DF6A}" dt="2026-03-10T18:18:16.148" v="702" actId="122"/>
          <ac:spMkLst>
            <pc:docMk/>
            <pc:sldMk cId="0" sldId="256"/>
            <ac:spMk id="7" creationId="{44FF53FB-09F0-21F4-5D62-18F27300B9E4}"/>
          </ac:spMkLst>
        </pc:spChg>
        <pc:picChg chg="mod">
          <ac:chgData name="PUJITHA VAKA" userId="09c1d3d240ebeabb" providerId="LiveId" clId="{502A0733-CEC0-4F8E-918B-72D864C5DF6A}" dt="2026-03-10T18:17:27.471" v="659" actId="1076"/>
          <ac:picMkLst>
            <pc:docMk/>
            <pc:sldMk cId="0" sldId="256"/>
            <ac:picMk id="2" creationId="{00000000-0000-0000-0000-000000000000}"/>
          </ac:picMkLst>
        </pc:picChg>
        <pc:picChg chg="add mod">
          <ac:chgData name="PUJITHA VAKA" userId="09c1d3d240ebeabb" providerId="LiveId" clId="{502A0733-CEC0-4F8E-918B-72D864C5DF6A}" dt="2026-03-10T18:17:36.352" v="661" actId="1076"/>
          <ac:picMkLst>
            <pc:docMk/>
            <pc:sldMk cId="0" sldId="256"/>
            <ac:picMk id="2054" creationId="{A4C3839B-77A1-330E-B529-A6B743930C63}"/>
          </ac:picMkLst>
        </pc:picChg>
      </pc:sldChg>
      <pc:sldChg chg="addSp delSp modSp mod">
        <pc:chgData name="PUJITHA VAKA" userId="09c1d3d240ebeabb" providerId="LiveId" clId="{502A0733-CEC0-4F8E-918B-72D864C5DF6A}" dt="2026-03-18T08:37:36.333" v="1045" actId="1076"/>
        <pc:sldMkLst>
          <pc:docMk/>
          <pc:sldMk cId="0" sldId="259"/>
        </pc:sldMkLst>
        <pc:spChg chg="mod">
          <ac:chgData name="PUJITHA VAKA" userId="09c1d3d240ebeabb" providerId="LiveId" clId="{502A0733-CEC0-4F8E-918B-72D864C5DF6A}" dt="2026-03-11T04:30:19.148" v="1016" actId="207"/>
          <ac:spMkLst>
            <pc:docMk/>
            <pc:sldMk cId="0" sldId="259"/>
            <ac:spMk id="3" creationId="{00000000-0000-0000-0000-000000000000}"/>
          </ac:spMkLst>
        </pc:spChg>
        <pc:spChg chg="add mod">
          <ac:chgData name="PUJITHA VAKA" userId="09c1d3d240ebeabb" providerId="LiveId" clId="{502A0733-CEC0-4F8E-918B-72D864C5DF6A}" dt="2026-03-18T08:37:36.333" v="1045" actId="1076"/>
          <ac:spMkLst>
            <pc:docMk/>
            <pc:sldMk cId="0" sldId="259"/>
            <ac:spMk id="5" creationId="{DD1E61BF-2369-0E86-41A9-FE7BB94E03F9}"/>
          </ac:spMkLst>
        </pc:spChg>
      </pc:sldChg>
      <pc:sldChg chg="addSp delSp modSp mod">
        <pc:chgData name="PUJITHA VAKA" userId="09c1d3d240ebeabb" providerId="LiveId" clId="{502A0733-CEC0-4F8E-918B-72D864C5DF6A}" dt="2026-03-18T08:40:44.452" v="1059" actId="14100"/>
        <pc:sldMkLst>
          <pc:docMk/>
          <pc:sldMk cId="0" sldId="260"/>
        </pc:sldMkLst>
        <pc:spChg chg="mod">
          <ac:chgData name="PUJITHA VAKA" userId="09c1d3d240ebeabb" providerId="LiveId" clId="{502A0733-CEC0-4F8E-918B-72D864C5DF6A}" dt="2026-03-18T08:40:24.441" v="1058" actId="1076"/>
          <ac:spMkLst>
            <pc:docMk/>
            <pc:sldMk cId="0" sldId="260"/>
            <ac:spMk id="5" creationId="{00000000-0000-0000-0000-000000000000}"/>
          </ac:spMkLst>
        </pc:spChg>
        <pc:picChg chg="add mod">
          <ac:chgData name="PUJITHA VAKA" userId="09c1d3d240ebeabb" providerId="LiveId" clId="{502A0733-CEC0-4F8E-918B-72D864C5DF6A}" dt="2026-03-18T08:40:44.452" v="1059" actId="14100"/>
          <ac:picMkLst>
            <pc:docMk/>
            <pc:sldMk cId="0" sldId="260"/>
            <ac:picMk id="3" creationId="{30E4767F-B6A1-9504-4B75-3B08FBE5A4DC}"/>
          </ac:picMkLst>
        </pc:picChg>
      </pc:sldChg>
      <pc:sldChg chg="addSp delSp modSp mod">
        <pc:chgData name="PUJITHA VAKA" userId="09c1d3d240ebeabb" providerId="LiveId" clId="{502A0733-CEC0-4F8E-918B-72D864C5DF6A}" dt="2026-03-10T18:10:55.454" v="615" actId="1076"/>
        <pc:sldMkLst>
          <pc:docMk/>
          <pc:sldMk cId="0" sldId="261"/>
        </pc:sldMkLst>
        <pc:spChg chg="add mod">
          <ac:chgData name="PUJITHA VAKA" userId="09c1d3d240ebeabb" providerId="LiveId" clId="{502A0733-CEC0-4F8E-918B-72D864C5DF6A}" dt="2026-03-10T18:10:03.014" v="608" actId="207"/>
          <ac:spMkLst>
            <pc:docMk/>
            <pc:sldMk cId="0" sldId="261"/>
            <ac:spMk id="5" creationId="{518BAA8A-E849-EBFE-D0B2-5CAF5DDADCB0}"/>
          </ac:spMkLst>
        </pc:spChg>
        <pc:picChg chg="add mod">
          <ac:chgData name="PUJITHA VAKA" userId="09c1d3d240ebeabb" providerId="LiveId" clId="{502A0733-CEC0-4F8E-918B-72D864C5DF6A}" dt="2026-03-10T18:10:55.454" v="615" actId="1076"/>
          <ac:picMkLst>
            <pc:docMk/>
            <pc:sldMk cId="0" sldId="261"/>
            <ac:picMk id="8" creationId="{EFB9A6AF-3819-D632-8091-199DD7AF4B38}"/>
          </ac:picMkLst>
        </pc:picChg>
      </pc:sldChg>
      <pc:sldChg chg="addSp delSp modSp mod ord">
        <pc:chgData name="PUJITHA VAKA" userId="09c1d3d240ebeabb" providerId="LiveId" clId="{502A0733-CEC0-4F8E-918B-72D864C5DF6A}" dt="2026-03-10T18:15:12.777" v="646" actId="1076"/>
        <pc:sldMkLst>
          <pc:docMk/>
          <pc:sldMk cId="0" sldId="263"/>
        </pc:sldMkLst>
        <pc:spChg chg="add mod">
          <ac:chgData name="PUJITHA VAKA" userId="09c1d3d240ebeabb" providerId="LiveId" clId="{502A0733-CEC0-4F8E-918B-72D864C5DF6A}" dt="2026-03-10T18:15:12.777" v="646" actId="1076"/>
          <ac:spMkLst>
            <pc:docMk/>
            <pc:sldMk cId="0" sldId="263"/>
            <ac:spMk id="5" creationId="{B1B18CCB-D6D4-D3A8-CD63-9ECC1A702BCD}"/>
          </ac:spMkLst>
        </pc:spChg>
        <pc:picChg chg="add mod">
          <ac:chgData name="PUJITHA VAKA" userId="09c1d3d240ebeabb" providerId="LiveId" clId="{502A0733-CEC0-4F8E-918B-72D864C5DF6A}" dt="2026-03-10T18:15:09.451" v="645" actId="1076"/>
          <ac:picMkLst>
            <pc:docMk/>
            <pc:sldMk cId="0" sldId="263"/>
            <ac:picMk id="7" creationId="{B2380FDC-7F80-C64E-5C1B-640EED0FA567}"/>
          </ac:picMkLst>
        </pc:picChg>
      </pc:sldChg>
      <pc:sldChg chg="addSp delSp modSp mod">
        <pc:chgData name="PUJITHA VAKA" userId="09c1d3d240ebeabb" providerId="LiveId" clId="{502A0733-CEC0-4F8E-918B-72D864C5DF6A}" dt="2026-03-18T09:15:13.458" v="1138" actId="1035"/>
        <pc:sldMkLst>
          <pc:docMk/>
          <pc:sldMk cId="0" sldId="269"/>
        </pc:sldMkLst>
        <pc:spChg chg="mod">
          <ac:chgData name="PUJITHA VAKA" userId="09c1d3d240ebeabb" providerId="LiveId" clId="{502A0733-CEC0-4F8E-918B-72D864C5DF6A}" dt="2026-03-18T09:15:13.458" v="1138" actId="1035"/>
          <ac:spMkLst>
            <pc:docMk/>
            <pc:sldMk cId="0" sldId="269"/>
            <ac:spMk id="15" creationId="{00000000-0000-0000-0000-000000000000}"/>
          </ac:spMkLst>
        </pc:spChg>
        <pc:graphicFrameChg chg="add mod modGraphic">
          <ac:chgData name="PUJITHA VAKA" userId="09c1d3d240ebeabb" providerId="LiveId" clId="{502A0733-CEC0-4F8E-918B-72D864C5DF6A}" dt="2026-03-18T09:15:03.027" v="1136"/>
          <ac:graphicFrameMkLst>
            <pc:docMk/>
            <pc:sldMk cId="0" sldId="269"/>
            <ac:graphicFrameMk id="5" creationId="{D64AECC5-E1F5-4EB2-C40C-237F9AE845DB}"/>
          </ac:graphicFrameMkLst>
        </pc:graphicFrameChg>
        <pc:graphicFrameChg chg="add del modGraphic">
          <ac:chgData name="PUJITHA VAKA" userId="09c1d3d240ebeabb" providerId="LiveId" clId="{502A0733-CEC0-4F8E-918B-72D864C5DF6A}" dt="2026-03-18T09:13:15.463" v="1104" actId="478"/>
          <ac:graphicFrameMkLst>
            <pc:docMk/>
            <pc:sldMk cId="0" sldId="269"/>
            <ac:graphicFrameMk id="7" creationId="{00000000-0000-0000-0000-000000000000}"/>
          </ac:graphicFrameMkLst>
        </pc:graphicFrameChg>
        <pc:picChg chg="add del mod">
          <ac:chgData name="PUJITHA VAKA" userId="09c1d3d240ebeabb" providerId="LiveId" clId="{502A0733-CEC0-4F8E-918B-72D864C5DF6A}" dt="2026-03-18T09:04:48.980" v="1084" actId="478"/>
          <ac:picMkLst>
            <pc:docMk/>
            <pc:sldMk cId="0" sldId="269"/>
            <ac:picMk id="3" creationId="{8A37D8AC-7DD9-3986-95F1-81FD9CA4F0CF}"/>
          </ac:picMkLst>
        </pc:picChg>
        <pc:picChg chg="add mod">
          <ac:chgData name="PUJITHA VAKA" userId="09c1d3d240ebeabb" providerId="LiveId" clId="{502A0733-CEC0-4F8E-918B-72D864C5DF6A}" dt="2026-03-18T09:15:08.863" v="1137" actId="1076"/>
          <ac:picMkLst>
            <pc:docMk/>
            <pc:sldMk cId="0" sldId="269"/>
            <ac:picMk id="4" creationId="{8712C861-675B-806F-2D6D-DCE75977BEC0}"/>
          </ac:picMkLst>
        </pc:picChg>
      </pc:sldChg>
      <pc:sldChg chg="addSp delSp modSp mod">
        <pc:chgData name="PUJITHA VAKA" userId="09c1d3d240ebeabb" providerId="LiveId" clId="{502A0733-CEC0-4F8E-918B-72D864C5DF6A}" dt="2026-03-18T08:41:10.735" v="1060" actId="1076"/>
        <pc:sldMkLst>
          <pc:docMk/>
          <pc:sldMk cId="0" sldId="270"/>
        </pc:sldMkLst>
        <pc:spChg chg="mod">
          <ac:chgData name="PUJITHA VAKA" userId="09c1d3d240ebeabb" providerId="LiveId" clId="{502A0733-CEC0-4F8E-918B-72D864C5DF6A}" dt="2026-03-18T08:41:10.735" v="1060" actId="1076"/>
          <ac:spMkLst>
            <pc:docMk/>
            <pc:sldMk cId="0" sldId="270"/>
            <ac:spMk id="13" creationId="{00000000-0000-0000-0000-000000000000}"/>
          </ac:spMkLst>
        </pc:spChg>
        <pc:picChg chg="add mod">
          <ac:chgData name="PUJITHA VAKA" userId="09c1d3d240ebeabb" providerId="LiveId" clId="{502A0733-CEC0-4F8E-918B-72D864C5DF6A}" dt="2026-03-11T04:12:12.541" v="775" actId="1076"/>
          <ac:picMkLst>
            <pc:docMk/>
            <pc:sldMk cId="0" sldId="270"/>
            <ac:picMk id="3" creationId="{D2B42E6C-4ABB-14C4-C727-80BCCC584717}"/>
          </ac:picMkLst>
        </pc:picChg>
      </pc:sldChg>
      <pc:sldChg chg="addSp delSp modSp mod">
        <pc:chgData name="PUJITHA VAKA" userId="09c1d3d240ebeabb" providerId="LiveId" clId="{502A0733-CEC0-4F8E-918B-72D864C5DF6A}" dt="2026-03-11T04:34:16.110" v="1041" actId="255"/>
        <pc:sldMkLst>
          <pc:docMk/>
          <pc:sldMk cId="0" sldId="272"/>
        </pc:sldMkLst>
        <pc:spChg chg="mod">
          <ac:chgData name="PUJITHA VAKA" userId="09c1d3d240ebeabb" providerId="LiveId" clId="{502A0733-CEC0-4F8E-918B-72D864C5DF6A}" dt="2026-03-11T04:31:38.541" v="1024" actId="207"/>
          <ac:spMkLst>
            <pc:docMk/>
            <pc:sldMk cId="0" sldId="272"/>
            <ac:spMk id="2" creationId="{00000000-0000-0000-0000-000000000000}"/>
          </ac:spMkLst>
        </pc:spChg>
        <pc:spChg chg="add mod">
          <ac:chgData name="PUJITHA VAKA" userId="09c1d3d240ebeabb" providerId="LiveId" clId="{502A0733-CEC0-4F8E-918B-72D864C5DF6A}" dt="2026-03-11T04:34:16.110" v="1041" actId="255"/>
          <ac:spMkLst>
            <pc:docMk/>
            <pc:sldMk cId="0" sldId="272"/>
            <ac:spMk id="5" creationId="{35C83CA0-5674-BC84-9AFA-DA10375595AF}"/>
          </ac:spMkLst>
        </pc:spChg>
        <pc:picChg chg="add mod">
          <ac:chgData name="PUJITHA VAKA" userId="09c1d3d240ebeabb" providerId="LiveId" clId="{502A0733-CEC0-4F8E-918B-72D864C5DF6A}" dt="2026-03-11T04:13:34.961" v="787" actId="1076"/>
          <ac:picMkLst>
            <pc:docMk/>
            <pc:sldMk cId="0" sldId="272"/>
            <ac:picMk id="4" creationId="{3D44C4AF-093D-2457-E6BF-C61D59A18B66}"/>
          </ac:picMkLst>
        </pc:picChg>
      </pc:sldChg>
      <pc:sldChg chg="addSp delSp modSp mod">
        <pc:chgData name="PUJITHA VAKA" userId="09c1d3d240ebeabb" providerId="LiveId" clId="{502A0733-CEC0-4F8E-918B-72D864C5DF6A}" dt="2026-03-18T08:41:26.037" v="1062" actId="14100"/>
        <pc:sldMkLst>
          <pc:docMk/>
          <pc:sldMk cId="0" sldId="274"/>
        </pc:sldMkLst>
        <pc:spChg chg="mod">
          <ac:chgData name="PUJITHA VAKA" userId="09c1d3d240ebeabb" providerId="LiveId" clId="{502A0733-CEC0-4F8E-918B-72D864C5DF6A}" dt="2026-03-11T04:31:54.433" v="1026" actId="207"/>
          <ac:spMkLst>
            <pc:docMk/>
            <pc:sldMk cId="0" sldId="274"/>
            <ac:spMk id="2" creationId="{00000000-0000-0000-0000-000000000000}"/>
          </ac:spMkLst>
        </pc:spChg>
        <pc:spChg chg="mod">
          <ac:chgData name="PUJITHA VAKA" userId="09c1d3d240ebeabb" providerId="LiveId" clId="{502A0733-CEC0-4F8E-918B-72D864C5DF6A}" dt="2026-03-18T08:41:22.863" v="1061" actId="1076"/>
          <ac:spMkLst>
            <pc:docMk/>
            <pc:sldMk cId="0" sldId="274"/>
            <ac:spMk id="13" creationId="{00000000-0000-0000-0000-000000000000}"/>
          </ac:spMkLst>
        </pc:spChg>
        <pc:picChg chg="add mod">
          <ac:chgData name="PUJITHA VAKA" userId="09c1d3d240ebeabb" providerId="LiveId" clId="{502A0733-CEC0-4F8E-918B-72D864C5DF6A}" dt="2026-03-18T08:41:26.037" v="1062" actId="14100"/>
          <ac:picMkLst>
            <pc:docMk/>
            <pc:sldMk cId="0" sldId="274"/>
            <ac:picMk id="5" creationId="{521F745F-0C00-FD38-A3B9-8CE103572753}"/>
          </ac:picMkLst>
        </pc:picChg>
      </pc:sldChg>
      <pc:sldChg chg="addSp delSp modSp add del mod">
        <pc:chgData name="PUJITHA VAKA" userId="09c1d3d240ebeabb" providerId="LiveId" clId="{502A0733-CEC0-4F8E-918B-72D864C5DF6A}" dt="2026-03-11T04:32:54.483" v="1035" actId="1076"/>
        <pc:sldMkLst>
          <pc:docMk/>
          <pc:sldMk cId="0" sldId="275"/>
        </pc:sldMkLst>
        <pc:spChg chg="mod">
          <ac:chgData name="PUJITHA VAKA" userId="09c1d3d240ebeabb" providerId="LiveId" clId="{502A0733-CEC0-4F8E-918B-72D864C5DF6A}" dt="2026-03-11T04:32:43.266" v="1033" actId="207"/>
          <ac:spMkLst>
            <pc:docMk/>
            <pc:sldMk cId="0" sldId="275"/>
            <ac:spMk id="2" creationId="{00000000-0000-0000-0000-000000000000}"/>
          </ac:spMkLst>
        </pc:spChg>
        <pc:spChg chg="add mod">
          <ac:chgData name="PUJITHA VAKA" userId="09c1d3d240ebeabb" providerId="LiveId" clId="{502A0733-CEC0-4F8E-918B-72D864C5DF6A}" dt="2026-03-11T04:32:54.483" v="1035" actId="1076"/>
          <ac:spMkLst>
            <pc:docMk/>
            <pc:sldMk cId="0" sldId="275"/>
            <ac:spMk id="4" creationId="{92B5AF75-6D59-A83E-5BE2-9C9EC6F828B2}"/>
          </ac:spMkLst>
        </pc:spChg>
        <pc:picChg chg="add mod">
          <ac:chgData name="PUJITHA VAKA" userId="09c1d3d240ebeabb" providerId="LiveId" clId="{502A0733-CEC0-4F8E-918B-72D864C5DF6A}" dt="2026-03-11T04:22:49.736" v="893" actId="1076"/>
          <ac:picMkLst>
            <pc:docMk/>
            <pc:sldMk cId="0" sldId="275"/>
            <ac:picMk id="5" creationId="{8CBCD416-127C-428A-5587-F9B8592403DA}"/>
          </ac:picMkLst>
        </pc:picChg>
      </pc:sldChg>
      <pc:sldChg chg="modSp add mod ord">
        <pc:chgData name="PUJITHA VAKA" userId="09c1d3d240ebeabb" providerId="LiveId" clId="{502A0733-CEC0-4F8E-918B-72D864C5DF6A}" dt="2026-03-10T18:18:39.346" v="705" actId="255"/>
        <pc:sldMkLst>
          <pc:docMk/>
          <pc:sldMk cId="155252770" sldId="278"/>
        </pc:sldMkLst>
        <pc:spChg chg="mod">
          <ac:chgData name="PUJITHA VAKA" userId="09c1d3d240ebeabb" providerId="LiveId" clId="{502A0733-CEC0-4F8E-918B-72D864C5DF6A}" dt="2026-03-10T17:52:44.909" v="457" actId="207"/>
          <ac:spMkLst>
            <pc:docMk/>
            <pc:sldMk cId="155252770" sldId="278"/>
            <ac:spMk id="2" creationId="{EB501898-F3F3-4391-5B5D-C100FB686C0E}"/>
          </ac:spMkLst>
        </pc:spChg>
        <pc:spChg chg="mod">
          <ac:chgData name="PUJITHA VAKA" userId="09c1d3d240ebeabb" providerId="LiveId" clId="{502A0733-CEC0-4F8E-918B-72D864C5DF6A}" dt="2026-03-10T18:18:39.346" v="705" actId="255"/>
          <ac:spMkLst>
            <pc:docMk/>
            <pc:sldMk cId="155252770" sldId="278"/>
            <ac:spMk id="3" creationId="{2883F87A-8911-2A6B-0436-A3C21B64F8B1}"/>
          </ac:spMkLst>
        </pc:spChg>
      </pc:sldChg>
      <pc:sldChg chg="addSp delSp modSp mod">
        <pc:chgData name="PUJITHA VAKA" userId="09c1d3d240ebeabb" providerId="LiveId" clId="{502A0733-CEC0-4F8E-918B-72D864C5DF6A}" dt="2026-03-18T08:37:16.667" v="1043" actId="1076"/>
        <pc:sldMkLst>
          <pc:docMk/>
          <pc:sldMk cId="0" sldId="285"/>
        </pc:sldMkLst>
        <pc:spChg chg="mod">
          <ac:chgData name="PUJITHA VAKA" userId="09c1d3d240ebeabb" providerId="LiveId" clId="{502A0733-CEC0-4F8E-918B-72D864C5DF6A}" dt="2026-03-18T08:37:16.667" v="1043" actId="1076"/>
          <ac:spMkLst>
            <pc:docMk/>
            <pc:sldMk cId="0" sldId="285"/>
            <ac:spMk id="5" creationId="{00000000-0000-0000-0000-000000000000}"/>
          </ac:spMkLst>
        </pc:spChg>
        <pc:picChg chg="add mod">
          <ac:chgData name="PUJITHA VAKA" userId="09c1d3d240ebeabb" providerId="LiveId" clId="{502A0733-CEC0-4F8E-918B-72D864C5DF6A}" dt="2026-03-18T08:37:12.643" v="1042" actId="14100"/>
          <ac:picMkLst>
            <pc:docMk/>
            <pc:sldMk cId="0" sldId="285"/>
            <ac:picMk id="3" creationId="{DB891C72-7DC6-B667-F92E-726D119434F5}"/>
          </ac:picMkLst>
        </pc:picChg>
      </pc:sldChg>
      <pc:sldChg chg="addSp delSp modSp mod">
        <pc:chgData name="PUJITHA VAKA" userId="09c1d3d240ebeabb" providerId="LiveId" clId="{502A0733-CEC0-4F8E-918B-72D864C5DF6A}" dt="2026-03-11T04:33:25.257" v="1039" actId="207"/>
        <pc:sldMkLst>
          <pc:docMk/>
          <pc:sldMk cId="0" sldId="286"/>
        </pc:sldMkLst>
        <pc:spChg chg="mod">
          <ac:chgData name="PUJITHA VAKA" userId="09c1d3d240ebeabb" providerId="LiveId" clId="{502A0733-CEC0-4F8E-918B-72D864C5DF6A}" dt="2026-03-11T04:33:25.257" v="1039" actId="207"/>
          <ac:spMkLst>
            <pc:docMk/>
            <pc:sldMk cId="0" sldId="286"/>
            <ac:spMk id="2" creationId="{00000000-0000-0000-0000-000000000000}"/>
          </ac:spMkLst>
        </pc:spChg>
        <pc:spChg chg="add mod">
          <ac:chgData name="PUJITHA VAKA" userId="09c1d3d240ebeabb" providerId="LiveId" clId="{502A0733-CEC0-4F8E-918B-72D864C5DF6A}" dt="2026-03-11T04:29:55.057" v="1015" actId="20577"/>
          <ac:spMkLst>
            <pc:docMk/>
            <pc:sldMk cId="0" sldId="286"/>
            <ac:spMk id="5" creationId="{F31310F4-8F54-FD4E-9AE4-410680808396}"/>
          </ac:spMkLst>
        </pc:spChg>
      </pc:sldChg>
      <pc:sldChg chg="addSp delSp modSp mod">
        <pc:chgData name="PUJITHA VAKA" userId="09c1d3d240ebeabb" providerId="LiveId" clId="{502A0733-CEC0-4F8E-918B-72D864C5DF6A}" dt="2026-03-11T04:33:10.826" v="1038" actId="207"/>
        <pc:sldMkLst>
          <pc:docMk/>
          <pc:sldMk cId="0" sldId="287"/>
        </pc:sldMkLst>
        <pc:spChg chg="mod">
          <ac:chgData name="PUJITHA VAKA" userId="09c1d3d240ebeabb" providerId="LiveId" clId="{502A0733-CEC0-4F8E-918B-72D864C5DF6A}" dt="2026-03-11T04:33:10.826" v="1038" actId="207"/>
          <ac:spMkLst>
            <pc:docMk/>
            <pc:sldMk cId="0" sldId="287"/>
            <ac:spMk id="2" creationId="{00000000-0000-0000-0000-000000000000}"/>
          </ac:spMkLst>
        </pc:spChg>
        <pc:spChg chg="add mod">
          <ac:chgData name="PUJITHA VAKA" userId="09c1d3d240ebeabb" providerId="LiveId" clId="{502A0733-CEC0-4F8E-918B-72D864C5DF6A}" dt="2026-03-11T04:33:06.493" v="1037" actId="1076"/>
          <ac:spMkLst>
            <pc:docMk/>
            <pc:sldMk cId="0" sldId="287"/>
            <ac:spMk id="4" creationId="{D41CF23C-461A-943A-2298-1E8DF2777824}"/>
          </ac:spMkLst>
        </pc:spChg>
        <pc:picChg chg="add mod">
          <ac:chgData name="PUJITHA VAKA" userId="09c1d3d240ebeabb" providerId="LiveId" clId="{502A0733-CEC0-4F8E-918B-72D864C5DF6A}" dt="2026-03-11T04:24:52.215" v="939" actId="14100"/>
          <ac:picMkLst>
            <pc:docMk/>
            <pc:sldMk cId="0" sldId="287"/>
            <ac:picMk id="6" creationId="{7A178D6D-2899-471A-97C7-5B07F497A737}"/>
          </ac:picMkLst>
        </pc:picChg>
      </pc:sldChg>
      <pc:sldChg chg="addSp delSp modSp mod">
        <pc:chgData name="PUJITHA VAKA" userId="09c1d3d240ebeabb" providerId="LiveId" clId="{502A0733-CEC0-4F8E-918B-72D864C5DF6A}" dt="2026-03-10T17:16:37.401" v="362" actId="20577"/>
        <pc:sldMkLst>
          <pc:docMk/>
          <pc:sldMk cId="0" sldId="288"/>
        </pc:sldMkLst>
        <pc:spChg chg="mod">
          <ac:chgData name="PUJITHA VAKA" userId="09c1d3d240ebeabb" providerId="LiveId" clId="{502A0733-CEC0-4F8E-918B-72D864C5DF6A}" dt="2026-03-10T17:16:37.401" v="362" actId="20577"/>
          <ac:spMkLst>
            <pc:docMk/>
            <pc:sldMk cId="0" sldId="288"/>
            <ac:spMk id="6" creationId="{00000000-0000-0000-0000-000000000000}"/>
          </ac:spMkLst>
        </pc:spChg>
        <pc:picChg chg="add mod">
          <ac:chgData name="PUJITHA VAKA" userId="09c1d3d240ebeabb" providerId="LiveId" clId="{502A0733-CEC0-4F8E-918B-72D864C5DF6A}" dt="2026-03-10T17:16:05.547" v="358" actId="14100"/>
          <ac:picMkLst>
            <pc:docMk/>
            <pc:sldMk cId="0" sldId="288"/>
            <ac:picMk id="3" creationId="{E1CFBC78-F6CF-0178-6ED1-E9F4B320A406}"/>
          </ac:picMkLst>
        </pc:picChg>
      </pc:sldChg>
      <pc:sldChg chg="addSp delSp modSp add mod">
        <pc:chgData name="PUJITHA VAKA" userId="09c1d3d240ebeabb" providerId="LiveId" clId="{502A0733-CEC0-4F8E-918B-72D864C5DF6A}" dt="2026-03-18T08:52:20.960" v="1083" actId="20577"/>
        <pc:sldMkLst>
          <pc:docMk/>
          <pc:sldMk cId="97441909" sldId="289"/>
        </pc:sldMkLst>
        <pc:spChg chg="mod">
          <ac:chgData name="PUJITHA VAKA" userId="09c1d3d240ebeabb" providerId="LiveId" clId="{502A0733-CEC0-4F8E-918B-72D864C5DF6A}" dt="2026-03-11T04:31:46.676" v="1025" actId="207"/>
          <ac:spMkLst>
            <pc:docMk/>
            <pc:sldMk cId="97441909" sldId="289"/>
            <ac:spMk id="2" creationId="{B61DEA5B-43C3-F810-195C-049FCFB298FF}"/>
          </ac:spMkLst>
        </pc:spChg>
        <pc:spChg chg="add mod">
          <ac:chgData name="PUJITHA VAKA" userId="09c1d3d240ebeabb" providerId="LiveId" clId="{502A0733-CEC0-4F8E-918B-72D864C5DF6A}" dt="2026-03-18T08:52:20.960" v="1083" actId="20577"/>
          <ac:spMkLst>
            <pc:docMk/>
            <pc:sldMk cId="97441909" sldId="289"/>
            <ac:spMk id="4" creationId="{795E80F5-EB19-1F58-8902-E0938E294B0D}"/>
          </ac:spMkLst>
        </pc:spChg>
        <pc:picChg chg="add del mod">
          <ac:chgData name="PUJITHA VAKA" userId="09c1d3d240ebeabb" providerId="LiveId" clId="{502A0733-CEC0-4F8E-918B-72D864C5DF6A}" dt="2026-03-18T08:52:01.075" v="1064" actId="478"/>
          <ac:picMkLst>
            <pc:docMk/>
            <pc:sldMk cId="97441909" sldId="289"/>
            <ac:picMk id="5" creationId="{DDEA3A2F-5D17-65C1-B318-F926ABD8148B}"/>
          </ac:picMkLst>
        </pc:picChg>
        <pc:picChg chg="add mod">
          <ac:chgData name="PUJITHA VAKA" userId="09c1d3d240ebeabb" providerId="LiveId" clId="{502A0733-CEC0-4F8E-918B-72D864C5DF6A}" dt="2026-03-18T08:52:13.286" v="1069" actId="1076"/>
          <ac:picMkLst>
            <pc:docMk/>
            <pc:sldMk cId="97441909" sldId="289"/>
            <ac:picMk id="6" creationId="{F4EE47E6-BAD1-26F6-70D9-CFAA5CA32DA0}"/>
          </ac:picMkLst>
        </pc:picChg>
      </pc:sldChg>
      <pc:sldChg chg="addSp delSp modSp add mod">
        <pc:chgData name="PUJITHA VAKA" userId="09c1d3d240ebeabb" providerId="LiveId" clId="{502A0733-CEC0-4F8E-918B-72D864C5DF6A}" dt="2026-03-18T08:37:57.584" v="1046" actId="123"/>
        <pc:sldMkLst>
          <pc:docMk/>
          <pc:sldMk cId="2859894128" sldId="290"/>
        </pc:sldMkLst>
        <pc:spChg chg="mod">
          <ac:chgData name="PUJITHA VAKA" userId="09c1d3d240ebeabb" providerId="LiveId" clId="{502A0733-CEC0-4F8E-918B-72D864C5DF6A}" dt="2026-03-10T17:53:09.904" v="459" actId="207"/>
          <ac:spMkLst>
            <pc:docMk/>
            <pc:sldMk cId="2859894128" sldId="290"/>
            <ac:spMk id="2" creationId="{CA65C60B-D09B-73C1-83C7-5B8D1B695E16}"/>
          </ac:spMkLst>
        </pc:spChg>
        <pc:spChg chg="add mod">
          <ac:chgData name="PUJITHA VAKA" userId="09c1d3d240ebeabb" providerId="LiveId" clId="{502A0733-CEC0-4F8E-918B-72D864C5DF6A}" dt="2026-03-18T08:37:57.584" v="1046" actId="123"/>
          <ac:spMkLst>
            <pc:docMk/>
            <pc:sldMk cId="2859894128" sldId="290"/>
            <ac:spMk id="13" creationId="{612E5AB3-971F-E0A1-85E7-FC96EE30F398}"/>
          </ac:spMkLst>
        </pc:spChg>
      </pc:sldChg>
      <pc:sldChg chg="addSp delSp modSp add mod">
        <pc:chgData name="PUJITHA VAKA" userId="09c1d3d240ebeabb" providerId="LiveId" clId="{502A0733-CEC0-4F8E-918B-72D864C5DF6A}" dt="2026-03-18T08:39:59.366" v="1053" actId="1076"/>
        <pc:sldMkLst>
          <pc:docMk/>
          <pc:sldMk cId="3967736100" sldId="291"/>
        </pc:sldMkLst>
        <pc:spChg chg="mod">
          <ac:chgData name="PUJITHA VAKA" userId="09c1d3d240ebeabb" providerId="LiveId" clId="{502A0733-CEC0-4F8E-918B-72D864C5DF6A}" dt="2026-03-10T17:56:07.904" v="486" actId="207"/>
          <ac:spMkLst>
            <pc:docMk/>
            <pc:sldMk cId="3967736100" sldId="291"/>
            <ac:spMk id="2" creationId="{AAC757C9-6048-86FD-D462-6C4061560167}"/>
          </ac:spMkLst>
        </pc:spChg>
        <pc:spChg chg="add mod">
          <ac:chgData name="PUJITHA VAKA" userId="09c1d3d240ebeabb" providerId="LiveId" clId="{502A0733-CEC0-4F8E-918B-72D864C5DF6A}" dt="2026-03-18T08:39:59.366" v="1053" actId="1076"/>
          <ac:spMkLst>
            <pc:docMk/>
            <pc:sldMk cId="3967736100" sldId="291"/>
            <ac:spMk id="3" creationId="{522A331A-3266-6D22-04AC-02DEC141991A}"/>
          </ac:spMkLst>
        </pc:spChg>
        <pc:picChg chg="add mod">
          <ac:chgData name="PUJITHA VAKA" userId="09c1d3d240ebeabb" providerId="LiveId" clId="{502A0733-CEC0-4F8E-918B-72D864C5DF6A}" dt="2026-03-10T18:19:36.382" v="714" actId="1076"/>
          <ac:picMkLst>
            <pc:docMk/>
            <pc:sldMk cId="3967736100" sldId="291"/>
            <ac:picMk id="6" creationId="{4D4F41C4-6056-2D05-DD75-C4791334FDAD}"/>
          </ac:picMkLst>
        </pc:picChg>
      </pc:sldChg>
      <pc:sldChg chg="addSp delSp modSp add mod">
        <pc:chgData name="PUJITHA VAKA" userId="09c1d3d240ebeabb" providerId="LiveId" clId="{502A0733-CEC0-4F8E-918B-72D864C5DF6A}" dt="2026-03-18T09:11:49.330" v="1094" actId="1076"/>
        <pc:sldMkLst>
          <pc:docMk/>
          <pc:sldMk cId="3991027905" sldId="292"/>
        </pc:sldMkLst>
        <pc:spChg chg="mod">
          <ac:chgData name="PUJITHA VAKA" userId="09c1d3d240ebeabb" providerId="LiveId" clId="{502A0733-CEC0-4F8E-918B-72D864C5DF6A}" dt="2026-03-10T17:58:53.782" v="499" actId="207"/>
          <ac:spMkLst>
            <pc:docMk/>
            <pc:sldMk cId="3991027905" sldId="292"/>
            <ac:spMk id="2" creationId="{EEEAFAD8-355A-6C86-DAAE-3E3F9DC686CB}"/>
          </ac:spMkLst>
        </pc:spChg>
        <pc:spChg chg="add mod">
          <ac:chgData name="PUJITHA VAKA" userId="09c1d3d240ebeabb" providerId="LiveId" clId="{502A0733-CEC0-4F8E-918B-72D864C5DF6A}" dt="2026-03-18T09:11:49.330" v="1094" actId="1076"/>
          <ac:spMkLst>
            <pc:docMk/>
            <pc:sldMk cId="3991027905" sldId="292"/>
            <ac:spMk id="6" creationId="{D725D1A9-3057-412B-8BE3-5D1B62001C57}"/>
          </ac:spMkLst>
        </pc:spChg>
      </pc:sldChg>
      <pc:sldChg chg="addSp delSp modSp add mod">
        <pc:chgData name="PUJITHA VAKA" userId="09c1d3d240ebeabb" providerId="LiveId" clId="{502A0733-CEC0-4F8E-918B-72D864C5DF6A}" dt="2026-03-18T08:38:39.842" v="1049" actId="1076"/>
        <pc:sldMkLst>
          <pc:docMk/>
          <pc:sldMk cId="296424644" sldId="293"/>
        </pc:sldMkLst>
        <pc:spChg chg="mod">
          <ac:chgData name="PUJITHA VAKA" userId="09c1d3d240ebeabb" providerId="LiveId" clId="{502A0733-CEC0-4F8E-918B-72D864C5DF6A}" dt="2026-03-10T18:01:54.159" v="514" actId="207"/>
          <ac:spMkLst>
            <pc:docMk/>
            <pc:sldMk cId="296424644" sldId="293"/>
            <ac:spMk id="2" creationId="{30AF9875-408F-AAEB-E616-9F7F913C414D}"/>
          </ac:spMkLst>
        </pc:spChg>
        <pc:spChg chg="add mod">
          <ac:chgData name="PUJITHA VAKA" userId="09c1d3d240ebeabb" providerId="LiveId" clId="{502A0733-CEC0-4F8E-918B-72D864C5DF6A}" dt="2026-03-18T08:38:39.842" v="1049" actId="1076"/>
          <ac:spMkLst>
            <pc:docMk/>
            <pc:sldMk cId="296424644" sldId="293"/>
            <ac:spMk id="3" creationId="{99C2B09B-4981-05B3-ACA1-13FDC9547A29}"/>
          </ac:spMkLst>
        </pc:spChg>
      </pc:sldChg>
      <pc:sldChg chg="modSp add mod">
        <pc:chgData name="PUJITHA VAKA" userId="09c1d3d240ebeabb" providerId="LiveId" clId="{502A0733-CEC0-4F8E-918B-72D864C5DF6A}" dt="2026-03-10T18:02:55.137" v="526" actId="207"/>
        <pc:sldMkLst>
          <pc:docMk/>
          <pc:sldMk cId="3434322822" sldId="294"/>
        </pc:sldMkLst>
        <pc:spChg chg="mod">
          <ac:chgData name="PUJITHA VAKA" userId="09c1d3d240ebeabb" providerId="LiveId" clId="{502A0733-CEC0-4F8E-918B-72D864C5DF6A}" dt="2026-03-10T18:02:55.137" v="526" actId="207"/>
          <ac:spMkLst>
            <pc:docMk/>
            <pc:sldMk cId="3434322822" sldId="294"/>
            <ac:spMk id="2" creationId="{E1C52877-0C48-5832-A3A6-F82C9EE642F6}"/>
          </ac:spMkLst>
        </pc:spChg>
      </pc:sldChg>
      <pc:sldChg chg="addSp delSp modSp add mod">
        <pc:chgData name="PUJITHA VAKA" userId="09c1d3d240ebeabb" providerId="LiveId" clId="{502A0733-CEC0-4F8E-918B-72D864C5DF6A}" dt="2026-03-11T04:30:28.389" v="1017" actId="1076"/>
        <pc:sldMkLst>
          <pc:docMk/>
          <pc:sldMk cId="3244275708" sldId="295"/>
        </pc:sldMkLst>
        <pc:spChg chg="mod">
          <ac:chgData name="PUJITHA VAKA" userId="09c1d3d240ebeabb" providerId="LiveId" clId="{502A0733-CEC0-4F8E-918B-72D864C5DF6A}" dt="2026-03-10T18:08:48.739" v="567" actId="207"/>
          <ac:spMkLst>
            <pc:docMk/>
            <pc:sldMk cId="3244275708" sldId="295"/>
            <ac:spMk id="2" creationId="{A3E33525-D926-CE9E-E017-A7BE8655ED3C}"/>
          </ac:spMkLst>
        </pc:spChg>
        <pc:spChg chg="add mod">
          <ac:chgData name="PUJITHA VAKA" userId="09c1d3d240ebeabb" providerId="LiveId" clId="{502A0733-CEC0-4F8E-918B-72D864C5DF6A}" dt="2026-03-11T04:30:28.389" v="1017" actId="1076"/>
          <ac:spMkLst>
            <pc:docMk/>
            <pc:sldMk cId="3244275708" sldId="295"/>
            <ac:spMk id="3" creationId="{C5F2633B-7D6A-DDB1-B8E0-2E50ACBE0D92}"/>
          </ac:spMkLst>
        </pc:spChg>
        <pc:picChg chg="add mod">
          <ac:chgData name="PUJITHA VAKA" userId="09c1d3d240ebeabb" providerId="LiveId" clId="{502A0733-CEC0-4F8E-918B-72D864C5DF6A}" dt="2026-03-10T18:13:52.787" v="635" actId="14100"/>
          <ac:picMkLst>
            <pc:docMk/>
            <pc:sldMk cId="3244275708" sldId="295"/>
            <ac:picMk id="7" creationId="{42A4FC6D-121C-0479-D277-D8470FA0152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66AEBF-A783-44E5-89A6-7AED898D810F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7977C-6ED0-4914-9E3D-E13A3D0DED6B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1_Title 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rtl="0"/>
            <a:fld id="{00000000-1234-1234-1234-123412341234}" type="slidenum">
              <a:rPr lang="en-IN" smtClean="0"/>
              <a:pPr rtl="0"/>
              <a:t>‹#›</a:t>
            </a:fld>
            <a:endParaRPr lang="en-IN"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10674" y="4638738"/>
            <a:ext cx="2419048" cy="5047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759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610674" y="4638738"/>
            <a:ext cx="2419046" cy="45714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8422" y="-29464"/>
            <a:ext cx="8747155" cy="7462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25706" y="1597567"/>
            <a:ext cx="4560570" cy="1732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963392" cy="159394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36711" y="1577748"/>
            <a:ext cx="587057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PROJECT ON</a:t>
            </a:r>
            <a:endParaRPr sz="2400" dirty="0">
              <a:solidFill>
                <a:srgbClr val="FF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2054" name="Picture 6" descr="BikeWale- Bikes &amp; Two Wheelers - Apps on Google Play">
            <a:extLst>
              <a:ext uri="{FF2B5EF4-FFF2-40B4-BE49-F238E27FC236}">
                <a16:creationId xmlns:a16="http://schemas.microsoft.com/office/drawing/2014/main" id="{A4C3839B-77A1-330E-B529-A6B743930C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2646" y="1959904"/>
            <a:ext cx="22098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4FF53FB-09F0-21F4-5D62-18F27300B9E4}"/>
              </a:ext>
            </a:extLst>
          </p:cNvPr>
          <p:cNvSpPr txBox="1"/>
          <p:nvPr/>
        </p:nvSpPr>
        <p:spPr>
          <a:xfrm>
            <a:off x="833746" y="3846538"/>
            <a:ext cx="7467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Title </a:t>
            </a:r>
            <a:r>
              <a:rPr lang="en-US" dirty="0"/>
              <a:t>: Motorcycle Market Analysis Using Web Scraping 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01898-F3F3-4391-5B5D-C100FB686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217" y="207477"/>
            <a:ext cx="7886700" cy="507831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Preface: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83F87A-8911-2A6B-0436-A3C21B64F8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6383" y="893752"/>
            <a:ext cx="7291234" cy="3263504"/>
          </a:xfrm>
        </p:spPr>
        <p:txBody>
          <a:bodyPr>
            <a:normAutofit fontScale="92500" lnSpcReduction="10000"/>
          </a:bodyPr>
          <a:lstStyle/>
          <a:p>
            <a:pPr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 </a:t>
            </a:r>
          </a:p>
          <a:p>
            <a:pPr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SCRAPPING</a:t>
            </a:r>
          </a:p>
          <a:p>
            <a:pPr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STEPS</a:t>
            </a: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</a:p>
          <a:p>
            <a:pPr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252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5C60B-D09B-73C1-83C7-5B8D1B695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659" y="216802"/>
            <a:ext cx="7873795" cy="742319"/>
          </a:xfrm>
        </p:spPr>
        <p:txBody>
          <a:bodyPr>
            <a:normAutofit/>
          </a:bodyPr>
          <a:lstStyle/>
          <a:p>
            <a:r>
              <a:rPr lang="en-IN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</a:p>
        </p:txBody>
      </p:sp>
      <p:sp>
        <p:nvSpPr>
          <p:cNvPr id="5" name="AutoShape 4" descr="IMDb Yellow Logo on Transparent Background">
            <a:extLst>
              <a:ext uri="{FF2B5EF4-FFF2-40B4-BE49-F238E27FC236}">
                <a16:creationId xmlns:a16="http://schemas.microsoft.com/office/drawing/2014/main" id="{B22221D8-FFB4-69A5-0E6B-CFA11E559A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57700" y="2457450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2" descr="AmbitionBox - Salary &amp; Reviews – Apps on Google Play">
            <a:extLst>
              <a:ext uri="{FF2B5EF4-FFF2-40B4-BE49-F238E27FC236}">
                <a16:creationId xmlns:a16="http://schemas.microsoft.com/office/drawing/2014/main" id="{9F4D67FC-92D3-6EE8-165B-2A06CBBE8C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1348956"/>
            <a:ext cx="1451394" cy="1451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2E5AB3-971F-E0A1-85E7-FC96EE30F398}"/>
              </a:ext>
            </a:extLst>
          </p:cNvPr>
          <p:cNvSpPr txBox="1"/>
          <p:nvPr/>
        </p:nvSpPr>
        <p:spPr>
          <a:xfrm>
            <a:off x="300129" y="588040"/>
            <a:ext cx="8543741" cy="4196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BikeWale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 popular website that provides detailed information about different motorcycles, including price, engine capacity, mileage, weight, and user ratings.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focuses on collecting motorcycle data from the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BikeWale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website using web scraping techniques in Python.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scraped data includes attributes such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bike name, price, engine CC, mileage, weight, rating, and number of ratings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After collecting the data, it is processed and analyzed using Python libraries like Pandas, Matplotlib, and Seaborn.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main goal of this project is to extract useful insights from bike data and demonstrate how web scraping can be used for real-world data analysis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9894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8D8E4-E110-A56B-CF40-8DF408824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757C9-6048-86FD-D462-6C4061560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659" y="216802"/>
            <a:ext cx="7873795" cy="742319"/>
          </a:xfrm>
        </p:spPr>
        <p:txBody>
          <a:bodyPr>
            <a:normAutofit/>
          </a:bodyPr>
          <a:lstStyle/>
          <a:p>
            <a:r>
              <a:rPr lang="en-IN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Problem:</a:t>
            </a:r>
          </a:p>
        </p:txBody>
      </p:sp>
      <p:sp>
        <p:nvSpPr>
          <p:cNvPr id="5" name="AutoShape 4" descr="IMDb Yellow Logo on Transparent Background">
            <a:extLst>
              <a:ext uri="{FF2B5EF4-FFF2-40B4-BE49-F238E27FC236}">
                <a16:creationId xmlns:a16="http://schemas.microsoft.com/office/drawing/2014/main" id="{53F8E77D-A54D-37AC-0CFB-13F9D3FF7B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57700" y="2457450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2" descr="AmbitionBox - Salary &amp; Reviews – Apps on Google Play">
            <a:extLst>
              <a:ext uri="{FF2B5EF4-FFF2-40B4-BE49-F238E27FC236}">
                <a16:creationId xmlns:a16="http://schemas.microsoft.com/office/drawing/2014/main" id="{B546583E-4336-B42B-A208-E8DBEF2661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1348956"/>
            <a:ext cx="1451394" cy="1451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22A331A-3266-6D22-04AC-02DEC1419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247" y="771344"/>
            <a:ext cx="6105342" cy="3365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Customers face difficulty in choosing motorcycles due to wide variations in price, engine capacity, and mileage.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 is a lack of clear insights on how specifications like CC, mileage, and weight influence bike pricing and ratings.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Dealers and sellers need data-driven insights to understand customer preferences and optimize product offerings.</a:t>
            </a:r>
          </a:p>
        </p:txBody>
      </p:sp>
      <p:pic>
        <p:nvPicPr>
          <p:cNvPr id="6" name="Picture 6" descr="BikeWale- Bikes &amp; Two Wheelers - Apps on Google Play">
            <a:extLst>
              <a:ext uri="{FF2B5EF4-FFF2-40B4-BE49-F238E27FC236}">
                <a16:creationId xmlns:a16="http://schemas.microsoft.com/office/drawing/2014/main" id="{4D4F41C4-6056-2D05-DD75-C4791334FD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4161" y="1348956"/>
            <a:ext cx="22098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7736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AFAD8-355A-6C86-DAAE-3E3F9DC68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86" y="322514"/>
            <a:ext cx="2180918" cy="681852"/>
          </a:xfrm>
        </p:spPr>
        <p:txBody>
          <a:bodyPr>
            <a:normAutofit/>
          </a:bodyPr>
          <a:lstStyle/>
          <a:p>
            <a:pPr algn="ctr"/>
            <a:r>
              <a:rPr lang="en-IN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725D1A9-3057-412B-8BE3-5D1B62001C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004366"/>
            <a:ext cx="8534400" cy="294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analyze the price distribution of motorcycles across different brands.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examine the impact of engine capacity (CC), mileage, weight, and ratings on bike pricing.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identify popular bike brands and models based on customer ratings and reviews.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provide data-driven insights that help customers and sellers make better purchasing and pricing decisions.</a:t>
            </a:r>
          </a:p>
        </p:txBody>
      </p:sp>
    </p:spTree>
    <p:extLst>
      <p:ext uri="{BB962C8B-B14F-4D97-AF65-F5344CB8AC3E}">
        <p14:creationId xmlns:p14="http://schemas.microsoft.com/office/powerpoint/2010/main" val="3991027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F9875-408F-AAEB-E616-9F7F913C4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636" y="77170"/>
            <a:ext cx="2743217" cy="513051"/>
          </a:xfrm>
        </p:spPr>
        <p:txBody>
          <a:bodyPr>
            <a:noAutofit/>
          </a:bodyPr>
          <a:lstStyle/>
          <a:p>
            <a:pPr algn="ctr"/>
            <a:r>
              <a:rPr lang="en-IN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Scraping: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9C2B09B-4981-05B3-ACA1-13FDC9547A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473740"/>
            <a:ext cx="8305800" cy="4196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Collected motorcycle data from the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BikeWale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website using web scraping techniques.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Extracted key details such as bike name, price, engine capacity (CC), mileage, weight, ratings, and number of ratings.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powerful Python libraries like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BeautifulSoup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Requests for data extraction and sent HTTP requests to fetch web pages.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 the process to gather large-scale bike data efficiently from multiple pages.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Cleaned and structured the scraped data using Pandas for exploratory data analysis (EDA) and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296424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52877-0C48-5832-A3A6-F82C9EE64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415" y="326938"/>
            <a:ext cx="3880724" cy="617896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&amp; Libraries Used: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7091940F-394A-C4D9-49A9-28A0D53A39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8245" y="944834"/>
            <a:ext cx="2948077" cy="1021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D143134B-5DDE-9DA9-C904-C2C12CE77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608" y="3533160"/>
            <a:ext cx="2393156" cy="1071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RegEx - Transformation Services | openHAB">
            <a:extLst>
              <a:ext uri="{FF2B5EF4-FFF2-40B4-BE49-F238E27FC236}">
                <a16:creationId xmlns:a16="http://schemas.microsoft.com/office/drawing/2014/main" id="{EC2EC784-CEE9-A58C-1939-2AA806F636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218" y="2285431"/>
            <a:ext cx="3014663" cy="850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Beautiful Soup 4 | Funthon">
            <a:extLst>
              <a:ext uri="{FF2B5EF4-FFF2-40B4-BE49-F238E27FC236}">
                <a16:creationId xmlns:a16="http://schemas.microsoft.com/office/drawing/2014/main" id="{81ABF712-4AED-CDA3-4D98-A52C78496C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415" y="1036489"/>
            <a:ext cx="2450306" cy="1050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Citing and logo — seaborn 0.13.2 ...">
            <a:extLst>
              <a:ext uri="{FF2B5EF4-FFF2-40B4-BE49-F238E27FC236}">
                <a16:creationId xmlns:a16="http://schemas.microsoft.com/office/drawing/2014/main" id="{7EC87C6C-8C0E-53D2-B133-B39020CF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2095" y="3526016"/>
            <a:ext cx="3000375" cy="85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Matplotlib Logo &amp; Brand Assets (SVG ...">
            <a:extLst>
              <a:ext uri="{FF2B5EF4-FFF2-40B4-BE49-F238E27FC236}">
                <a16:creationId xmlns:a16="http://schemas.microsoft.com/office/drawing/2014/main" id="{65CBCFCE-FD98-D992-1C08-65F5EFEB61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5947" y="2285431"/>
            <a:ext cx="2778919" cy="921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4322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04800" y="-28428"/>
            <a:ext cx="8747155" cy="606841"/>
          </a:xfrm>
          <a:prstGeom prst="rect">
            <a:avLst/>
          </a:prstGeom>
        </p:spPr>
        <p:txBody>
          <a:bodyPr vert="horz" wrap="square" lIns="0" tIns="2352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spc="-1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Raw </a:t>
            </a:r>
            <a:r>
              <a:rPr sz="2400" spc="-1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Dataset</a:t>
            </a:r>
            <a:r>
              <a:rPr lang="en-US" sz="2400" spc="-1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:</a:t>
            </a:r>
            <a:endParaRPr sz="2400" dirty="0">
              <a:solidFill>
                <a:srgbClr val="FF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E4767F-B6A1-9504-4B75-3B08FBE5A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819150"/>
            <a:ext cx="8125959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1122" y="-29464"/>
            <a:ext cx="8734455" cy="606841"/>
          </a:xfrm>
          <a:prstGeom prst="rect">
            <a:avLst/>
          </a:prstGeom>
        </p:spPr>
        <p:txBody>
          <a:bodyPr vert="horz" wrap="square" lIns="0" tIns="2352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Simple</a:t>
            </a:r>
            <a:r>
              <a:rPr sz="2400" spc="-4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description</a:t>
            </a:r>
            <a:r>
              <a:rPr sz="2400" spc="-2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400" spc="-2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each</a:t>
            </a:r>
            <a:r>
              <a:rPr sz="2400" spc="-2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column</a:t>
            </a:r>
            <a:r>
              <a:rPr sz="2400" spc="-3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2400" spc="-2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400" spc="-2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400" spc="-7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dataset:</a:t>
            </a:r>
            <a:endParaRPr sz="2400" dirty="0">
              <a:solidFill>
                <a:srgbClr val="FF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D1E61BF-2369-0E86-41A9-FE7BB94E03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122" y="666750"/>
            <a:ext cx="7924800" cy="3365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Bike_name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The name or model of the motorcycle.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The selling price of the bike in Indian Rupees (₹).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The engine capacity of the bike measured in cubic centimeters.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Mileage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The fuel efficiency of the bike measured in kilometers per liter (kmpl).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Weight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The total weight of the bike measured in kilograms (kg).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Rating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The average user rating given by customers for the bike.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No_of_Ratings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The total number of users who rated the bike.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33525-D926-CE9E-E017-A7BE8655E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027" y="187292"/>
            <a:ext cx="3756046" cy="542754"/>
          </a:xfrm>
        </p:spPr>
        <p:txBody>
          <a:bodyPr>
            <a:normAutofit/>
          </a:bodyPr>
          <a:lstStyle/>
          <a:p>
            <a:pPr algn="ctr"/>
            <a:r>
              <a:rPr lang="en-IN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Steps: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5F2633B-7D6A-DDB1-B8E0-2E50ACBE0D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027" y="1047750"/>
            <a:ext cx="3981573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Handled missing values by checking for null or empty entries in the dataset.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Removed unwanted symbols such as ₹, commas, and units (cc, kmpl, kg) from columns.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Converted data types of columns like Price, CC, Mileage, and Weight into numeric format.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A4FC6D-121C-0479-D277-D8470FA015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671423"/>
            <a:ext cx="4343400" cy="3576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275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1B18CCB-D6D4-D3A8-CD63-9ECC1A702BCD}"/>
              </a:ext>
            </a:extLst>
          </p:cNvPr>
          <p:cNvSpPr txBox="1"/>
          <p:nvPr/>
        </p:nvSpPr>
        <p:spPr>
          <a:xfrm>
            <a:off x="228600" y="955384"/>
            <a:ext cx="4572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Extracted brand names from the bike name column to create a new Brand column.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Checked 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for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duplicate records to maintain data accuracy.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Created new categorical columns such as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Price_Category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better analysis.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Structured and prepared the dataset for exploratory data analysis and visualization.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380FDC-7F80-C64E-5C1B-640EED0FA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438150"/>
            <a:ext cx="4114800" cy="361979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18BAA8A-E849-EBFE-D0B2-5CAF5DDAD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422" y="-29464"/>
            <a:ext cx="8747155" cy="507831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The final dataset: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B9A6AF-3819-D632-8091-199DD7AF4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90550"/>
            <a:ext cx="8229600" cy="3962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254391" y="3105150"/>
            <a:ext cx="885268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1. </a:t>
            </a:r>
            <a:r>
              <a:rPr lang="en-IN" sz="1400" b="1" dirty="0"/>
              <a:t>Price Distribution (KDE)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1400" dirty="0"/>
              <a:t>Most cars are concentrated in the lower price range, while only a few cars have very high prices.</a:t>
            </a:r>
          </a:p>
          <a:p>
            <a:r>
              <a:rPr lang="en-US" sz="1400" dirty="0"/>
              <a:t>The long tail on the right side indicates some premium or luxury cars with very high prices.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2. </a:t>
            </a:r>
            <a:r>
              <a:rPr lang="en-IN" sz="1400" b="1" dirty="0"/>
              <a:t>Rating Distribution (Histogram)</a:t>
            </a:r>
          </a:p>
          <a:p>
            <a:r>
              <a:rPr lang="en-US" sz="1400" dirty="0"/>
              <a:t>Most ratings fall between 4.5 and 5.0, showing that many cars receive good customer feedback. There are very few ratings below 3, indicating that most vehicles are generally well-rated by users.</a:t>
            </a:r>
            <a:endParaRPr lang="en-IN" sz="1400" dirty="0"/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12C861-675B-806F-2D6D-DCE75977B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692248"/>
            <a:ext cx="8915400" cy="2336832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64AECC5-E1F5-4EB2-C40C-237F9AE845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0656342"/>
              </p:ext>
            </p:extLst>
          </p:nvPr>
        </p:nvGraphicFramePr>
        <p:xfrm>
          <a:off x="228600" y="193970"/>
          <a:ext cx="8763000" cy="4727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63000">
                  <a:extLst>
                    <a:ext uri="{9D8B030D-6E8A-4147-A177-3AD203B41FA5}">
                      <a16:colId xmlns:a16="http://schemas.microsoft.com/office/drawing/2014/main" val="1432719418"/>
                    </a:ext>
                  </a:extLst>
                </a:gridCol>
              </a:tblGrid>
              <a:tr h="472780">
                <a:tc>
                  <a:txBody>
                    <a:bodyPr/>
                    <a:lstStyle/>
                    <a:p>
                      <a:pPr marL="4445" marR="0" lvl="0" indent="0" defTabSz="914400" eaLnBrk="1" fontAlgn="auto" latinLnBrk="0" hangingPunct="1">
                        <a:lnSpc>
                          <a:spcPts val="27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spc="-20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Data</a:t>
                      </a:r>
                      <a:r>
                        <a:rPr lang="en-IN" sz="2400" b="1" spc="-135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lang="en-IN" sz="2400" b="1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Analysis</a:t>
                      </a:r>
                      <a:r>
                        <a:rPr lang="en-IN" sz="2400" b="1" spc="-125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lang="en-IN" sz="2400" b="1" spc="-10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through</a:t>
                      </a:r>
                      <a:r>
                        <a:rPr lang="en-IN" sz="2400" b="1" spc="-105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lang="en-IN" sz="2400" b="1" spc="-10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Visualizations (</a:t>
                      </a:r>
                      <a:r>
                        <a:rPr lang="en-IN" sz="2400" b="1" spc="-20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Univariate</a:t>
                      </a:r>
                      <a:r>
                        <a:rPr lang="en-IN" sz="2400" b="1" spc="-65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lang="en-IN" sz="2400" b="1" spc="-10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Analysis)</a:t>
                      </a:r>
                      <a:endParaRPr sz="2400" dirty="0">
                        <a:solidFill>
                          <a:srgbClr val="FF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93294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152400" y="3033932"/>
            <a:ext cx="8839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US" sz="1400" b="1" dirty="0"/>
              <a:t> Top 10 Brands (Bar Chart)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Kawasaki and Honda have the highest number of models , indicating strong market presence or larger product variety.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Yamaha and Ducati have comparatively fewer models , showing lower counts, suggesting limited models in the dataset compared to other brands.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n-US" sz="1400" b="1" dirty="0"/>
              <a:t> Number of Ratings Distribution (Histogram)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The majority of vehicles fall in the lower rating-count range, meaning most bikes receive fewer customer reviews.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The long right tail indicates some popular bikes receive a very large number of ratings.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B42E6C-4ABB-14C4-C727-80BCCC584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354" y="34290"/>
            <a:ext cx="8443292" cy="304419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217940"/>
            <a:ext cx="8115300" cy="36957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85"/>
              </a:lnSpc>
            </a:pPr>
            <a:r>
              <a:rPr sz="2400" spc="-1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Bivariate</a:t>
            </a:r>
            <a:r>
              <a:rPr sz="2400" spc="-14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Analysis</a:t>
            </a:r>
            <a:r>
              <a:rPr lang="en-IN" sz="2400" spc="-1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- Numerical and Numerical</a:t>
            </a:r>
            <a:endParaRPr sz="2400" dirty="0">
              <a:solidFill>
                <a:srgbClr val="FF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44C4AF-093D-2457-E6BF-C61D59A18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968678"/>
            <a:ext cx="4551947" cy="3862388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35C83CA0-5674-BC84-9AFA-DA10375595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8147" y="1384816"/>
            <a:ext cx="4432033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CC vs Price (Scatter Plot)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 engine capacity (CC) increases, the price of bikes tends to increase, showing a positive relationship.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Most bikes are concentrated in lower CC and lower price range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large number of bikes fall between 100–400 CC with relatively lower prices, indicating this is the most common segment.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41954-9380-A5E3-CFC0-AE2691127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61DEA5B-43C3-F810-195C-049FCFB298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217940"/>
            <a:ext cx="8115300" cy="36957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85"/>
              </a:lnSpc>
            </a:pPr>
            <a:r>
              <a:rPr sz="2400" spc="-1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Bivariate</a:t>
            </a:r>
            <a:r>
              <a:rPr sz="2400" spc="-14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Analysis</a:t>
            </a:r>
            <a:r>
              <a:rPr lang="en-IN" sz="2400" spc="-1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- Numerical and Numerical</a:t>
            </a:r>
            <a:endParaRPr sz="2400" dirty="0">
              <a:solidFill>
                <a:srgbClr val="FF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5E80F5-EB19-1F58-8902-E0938E294B0D}"/>
              </a:ext>
            </a:extLst>
          </p:cNvPr>
          <p:cNvSpPr txBox="1"/>
          <p:nvPr/>
        </p:nvSpPr>
        <p:spPr>
          <a:xfrm>
            <a:off x="4820151" y="1047750"/>
            <a:ext cx="417144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Weight vs Mileage (Scatter Plot)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 Most bikes are concentrated in lower weight and moderate mileage range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highest density of data points is around lower weights with mileage roughly between 40–80 kmpl.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 No strong relationship between weight and mileage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Mileage values are spread across different weights, indicating vehicle weight does not strongly determine mileage in this dataset.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EE47E6-BAD1-26F6-70D9-CFAA5CA32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50114"/>
            <a:ext cx="4648201" cy="2842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419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1122" y="114300"/>
            <a:ext cx="8323580" cy="34290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95"/>
              </a:lnSpc>
            </a:pPr>
            <a:r>
              <a:rPr sz="2400" spc="-1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Bivariate</a:t>
            </a:r>
            <a:r>
              <a:rPr sz="2400" spc="-14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Analysis-</a:t>
            </a:r>
            <a:r>
              <a:rPr sz="2400" spc="-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Numerical</a:t>
            </a:r>
            <a:r>
              <a:rPr lang="en-IN" sz="2400" spc="-1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And 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Categorical</a:t>
            </a:r>
            <a:endParaRPr sz="2400" dirty="0">
              <a:solidFill>
                <a:srgbClr val="FF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11122" y="3405024"/>
            <a:ext cx="878047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Price Distribution by Brand (Box Plot)</a:t>
            </a:r>
          </a:p>
          <a:p>
            <a:r>
              <a:rPr lang="en-US" sz="1400" dirty="0"/>
              <a:t>Premium brands have higher price ranges</a:t>
            </a:r>
          </a:p>
          <a:p>
            <a:r>
              <a:rPr lang="en-US" sz="1400" dirty="0"/>
              <a:t>      - Brands like BMW, Harley Davidson, and Kawasaki show higher median prices, indicating they belong to the premium bike segment.</a:t>
            </a:r>
          </a:p>
          <a:p>
            <a:r>
              <a:rPr lang="en-US" sz="1400" dirty="0"/>
              <a:t>Some brands show large price variation</a:t>
            </a:r>
          </a:p>
          <a:p>
            <a:r>
              <a:rPr lang="en-US" sz="1400" dirty="0"/>
              <a:t>     - Brands such as Kawasaki and BMW have wider box ranges and outliers, meaning they offer both mid-range and very expensive models.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1F745F-0C00-FD38-A3B9-8CE103572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824" y="495301"/>
            <a:ext cx="8170878" cy="27622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04800" y="3246706"/>
            <a:ext cx="85344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b="1" dirty="0"/>
              <a:t>Brand vs Rating (Scatter Plot)</a:t>
            </a:r>
          </a:p>
          <a:p>
            <a:pPr algn="just"/>
            <a:r>
              <a:rPr lang="en-US" sz="1400" dirty="0"/>
              <a:t>Most brands receive high ratings</a:t>
            </a:r>
          </a:p>
          <a:p>
            <a:pPr algn="just"/>
            <a:r>
              <a:rPr lang="en-US" sz="1400" dirty="0"/>
              <a:t>            - The majority of ratings are between 4 and 5, indicating that most bike brands are positively rated by customers.</a:t>
            </a:r>
          </a:p>
          <a:p>
            <a:pPr algn="just"/>
            <a:r>
              <a:rPr lang="en-US" sz="1400" dirty="0"/>
              <a:t> Few brands have lower ratings</a:t>
            </a:r>
          </a:p>
          <a:p>
            <a:pPr algn="just"/>
            <a:r>
              <a:rPr lang="en-US" sz="1400" dirty="0"/>
              <a:t>            - Some points appear between 2 and 3.5 ratings, showing that a few models or brands receive comparatively lower customer satisfaction.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891C72-7DC6-B667-F92E-726D11943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016889" cy="32575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9751" y="3810"/>
            <a:ext cx="8024495" cy="36957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85"/>
              </a:lnSpc>
            </a:pPr>
            <a:r>
              <a:rPr sz="2400" spc="-1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Bivariate</a:t>
            </a:r>
            <a:r>
              <a:rPr sz="2400" spc="-13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Analysis-</a:t>
            </a:r>
            <a:r>
              <a:rPr lang="en-IN" sz="2400" spc="-1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Categorical  and Categorical</a:t>
            </a:r>
            <a:endParaRPr sz="2400" dirty="0">
              <a:solidFill>
                <a:srgbClr val="FF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BCD416-127C-428A-5587-F9B8592403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411480"/>
            <a:ext cx="8382000" cy="2971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2B5AF75-6D59-A83E-5BE2-9C9EC6F828B2}"/>
              </a:ext>
            </a:extLst>
          </p:cNvPr>
          <p:cNvSpPr txBox="1"/>
          <p:nvPr/>
        </p:nvSpPr>
        <p:spPr>
          <a:xfrm>
            <a:off x="206056" y="3257550"/>
            <a:ext cx="83820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/>
              <a:t>Brand vs Rating Group (Grouped Bar Chart)</a:t>
            </a:r>
          </a:p>
          <a:p>
            <a:pPr algn="just">
              <a:buNone/>
            </a:pPr>
            <a:r>
              <a:rPr lang="en-US" sz="1400" dirty="0"/>
              <a:t>High price category bikes appear more in premium brands</a:t>
            </a:r>
          </a:p>
          <a:p>
            <a:pPr algn="just"/>
            <a:r>
              <a:rPr lang="en-US" sz="1400" dirty="0"/>
              <a:t>         - Brands like Kawasaki, Ducati, and BMW show more bikes in the high price category, indicating their focus on premium segments.</a:t>
            </a:r>
          </a:p>
          <a:p>
            <a:pPr algn="just">
              <a:buNone/>
            </a:pPr>
            <a:r>
              <a:rPr lang="en-US" sz="1400" dirty="0"/>
              <a:t>Mid and low price categories dominate common brands</a:t>
            </a:r>
          </a:p>
          <a:p>
            <a:pPr algn="just"/>
            <a:r>
              <a:rPr lang="en-US" sz="1400" dirty="0"/>
              <a:t>          - Brands such as Bajaj, Honda, and TVS have more bikes in mid and low price categories, showing they mainly target the mass market segment.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422" y="-29464"/>
            <a:ext cx="8747155" cy="507365"/>
          </a:xfrm>
        </p:spPr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</a:rPr>
              <a:t>Multivariate Analysis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178D6D-2899-471A-97C7-5B07F497A7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462661"/>
            <a:ext cx="8869377" cy="279488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41CF23C-461A-943A-2298-1E8DF2777824}"/>
              </a:ext>
            </a:extLst>
          </p:cNvPr>
          <p:cNvSpPr txBox="1"/>
          <p:nvPr/>
        </p:nvSpPr>
        <p:spPr>
          <a:xfrm>
            <a:off x="304799" y="3110881"/>
            <a:ext cx="8640778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/>
              <a:t>Brand vs Mileage (Scatter Plot)</a:t>
            </a:r>
          </a:p>
          <a:p>
            <a:pPr algn="just">
              <a:buNone/>
            </a:pPr>
            <a:r>
              <a:rPr lang="en-US" sz="1400" dirty="0"/>
              <a:t>Most bikes from common brands have moderate mileage</a:t>
            </a:r>
          </a:p>
          <a:p>
            <a:pPr algn="just"/>
            <a:r>
              <a:rPr lang="en-US" sz="1400" dirty="0"/>
              <a:t>           - Brands like Bajaj, Honda, TVS, and Hero show bikes clustered in the normal mileage range, indicating good fuel efficiency for regular users.</a:t>
            </a:r>
          </a:p>
          <a:p>
            <a:pPr algn="just">
              <a:buNone/>
            </a:pPr>
            <a:r>
              <a:rPr lang="en-US" sz="1400" dirty="0"/>
              <a:t>Premium brands tend to have lower mileage with higher prices</a:t>
            </a:r>
          </a:p>
          <a:p>
            <a:pPr algn="just"/>
            <a:r>
              <a:rPr lang="en-US" sz="1400" dirty="0"/>
              <a:t>          - Brands such as BMW, Ducati, and Kawasaki appear at higher price levels but relatively lower mileage, showing their focus on performance rather than fuel efficiency.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/>
          <p:cNvSpPr txBox="1"/>
          <p:nvPr/>
        </p:nvSpPr>
        <p:spPr>
          <a:xfrm>
            <a:off x="4724400" y="742950"/>
            <a:ext cx="4231640" cy="25952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dirty="0"/>
              <a:t>Engine Capacity Influences Price , like </a:t>
            </a:r>
            <a:r>
              <a:rPr lang="en-US" sz="1400" dirty="0"/>
              <a:t>cars with larger engines tend to be more expensive.</a:t>
            </a:r>
            <a:endParaRPr lang="en-IN" sz="1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The correlation between Price and Mileage is weak (0.16),suggests that fuel efficiency doesn’t affect the car price.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Customer Engagement is Higher for Lower-Priced Cars indicating that more affordable cars tend to receive more customer reviews.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1400" dirty="0"/>
              <a:t>c</a:t>
            </a:r>
            <a:r>
              <a:rPr lang="en-US" sz="1400" dirty="0"/>
              <a:t>ustomer ratings remain largely independent of technical specifications ,</a:t>
            </a:r>
            <a:r>
              <a:rPr lang="en-US" sz="1400" dirty="0" err="1"/>
              <a:t>i.e</a:t>
            </a:r>
            <a:r>
              <a:rPr lang="en-US" sz="1400" dirty="0"/>
              <a:t> customer mostly satisfies on user experience that on specifications.</a:t>
            </a:r>
            <a:endParaRPr lang="en-US" altLang="en-US" sz="1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CFBC78-F6CF-0178-6ED1-E9F4B320A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0550"/>
            <a:ext cx="4572000" cy="32334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45" y="209550"/>
            <a:ext cx="8747155" cy="507831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Summary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31310F4-8F54-FD4E-9AE4-4106808083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464" y="1002089"/>
            <a:ext cx="8434735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Collected bike data from an online website using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web scraping techniques.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libraries like Requests,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BeautifulSoup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Pandas to extract and store the data.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Cleaned and prepared the scraped data for analysis.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Performed Exploratory Data Analysis (EDA) to understand relationships between features like price, mileage, CC, and ratings.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Created different visualizations such as bar charts, scatter plots, heatmaps, and distribution plots.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Identified market trends, brand popularity, and customer rating patterns from the collected data.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49887" y="1388061"/>
            <a:ext cx="3349232" cy="212573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73100" y="1913636"/>
            <a:ext cx="200215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rgbClr val="00B050"/>
                </a:solidFill>
                <a:latin typeface="Times New Roman" panose="02020603050405020304"/>
                <a:cs typeface="Times New Roman" panose="02020603050405020304"/>
              </a:rPr>
              <a:t>Thank</a:t>
            </a:r>
            <a:r>
              <a:rPr spc="-190" dirty="0">
                <a:solidFill>
                  <a:srgbClr val="00B05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pc="-75" dirty="0">
                <a:solidFill>
                  <a:srgbClr val="00B050"/>
                </a:solidFill>
                <a:latin typeface="Times New Roman" panose="02020603050405020304"/>
                <a:cs typeface="Times New Roman" panose="02020603050405020304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</TotalTime>
  <Words>1406</Words>
  <Application>Microsoft Office PowerPoint</Application>
  <PresentationFormat>On-screen Show (16:9)</PresentationFormat>
  <Paragraphs>110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Times New Roman</vt:lpstr>
      <vt:lpstr>Wingdings</vt:lpstr>
      <vt:lpstr>Office Theme</vt:lpstr>
      <vt:lpstr>PROJECT ON</vt:lpstr>
      <vt:lpstr>Preface:</vt:lpstr>
      <vt:lpstr>Introduction:</vt:lpstr>
      <vt:lpstr>Business Problem:</vt:lpstr>
      <vt:lpstr>Objectives:</vt:lpstr>
      <vt:lpstr>Web Scraping:</vt:lpstr>
      <vt:lpstr>Tools &amp; Libraries Used:</vt:lpstr>
      <vt:lpstr>Raw Dataset:</vt:lpstr>
      <vt:lpstr>Simple description of each column in the dataset:</vt:lpstr>
      <vt:lpstr>Data Cleaning Steps:</vt:lpstr>
      <vt:lpstr>PowerPoint Presentation</vt:lpstr>
      <vt:lpstr>The final dataset:</vt:lpstr>
      <vt:lpstr>PowerPoint Presentation</vt:lpstr>
      <vt:lpstr>PowerPoint Presentation</vt:lpstr>
      <vt:lpstr>Bivariate Analysis- Numerical and Numerical</vt:lpstr>
      <vt:lpstr>Bivariate Analysis- Numerical and Numerical</vt:lpstr>
      <vt:lpstr>Bivariate Analysis- Numerical And Categorical</vt:lpstr>
      <vt:lpstr>PowerPoint Presentation</vt:lpstr>
      <vt:lpstr>Bivariate Analysis-Categorical  and Categorical</vt:lpstr>
      <vt:lpstr>Multivariate Analysis</vt:lpstr>
      <vt:lpstr>PowerPoint Presentation</vt:lpstr>
      <vt:lpstr>Summary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EDA PPT</dc:title>
  <dc:creator>Balineni Mohan</dc:creator>
  <cp:lastModifiedBy>PUJITHA VAKA</cp:lastModifiedBy>
  <cp:revision>13</cp:revision>
  <dcterms:created xsi:type="dcterms:W3CDTF">2026-01-04T05:40:00Z</dcterms:created>
  <dcterms:modified xsi:type="dcterms:W3CDTF">2026-03-18T09:15:13Z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2026-01-04T11:00:00Z</vt:filetime>
  </property>
  <property fmtid="{D5CDD505-2E9C-101B-9397-08002B2CF9AE}" pid="3" name="Creator">
    <vt:lpwstr>Google</vt:lpwstr>
  </property>
  <property fmtid="{D5CDD505-2E9C-101B-9397-08002B2CF9AE}" pid="4" name="LastSaved">
    <vt:filetime>2026-01-04T11:00:00Z</vt:filetime>
  </property>
  <property fmtid="{D5CDD505-2E9C-101B-9397-08002B2CF9AE}" pid="5" name="ICV">
    <vt:lpwstr>666386D4FB244A35B07937DC610A29DE_13</vt:lpwstr>
  </property>
  <property fmtid="{D5CDD505-2E9C-101B-9397-08002B2CF9AE}" pid="6" name="KSOProductBuildVer">
    <vt:lpwstr>1033-12.2.0.23196</vt:lpwstr>
  </property>
</Properties>
</file>